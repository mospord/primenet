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PrimeNet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C3E50"/>
                </a:solidFill>
              </a:defRPr>
            </a:pPr>
            <a:r>
              <a:t>Platform Walkthrough</a:t>
            </a:r>
          </a:p>
          <a:p>
            <a:pPr>
              <a:defRPr sz="2000">
                <a:solidFill>
                  <a:srgbClr val="5A6978"/>
                </a:solidFill>
              </a:defRPr>
            </a:pPr>
            <a:r>
              <a:t>Network Performance &amp; Configuration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Login Page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1a849dc5-c1b2-4b0a-a270-534df19659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94" y="1143000"/>
            <a:ext cx="1107816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Analytics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12327826-4f8f-4b4d-b3de-0af607e20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" y="1143000"/>
            <a:ext cx="1047468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Network Map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495a68ef-3367-44dc-8798-4fb583e3f3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1430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Neighbor Analysis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72c0b6b1-6924-4576-b9db-dc6ba3baac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6" y="1143000"/>
            <a:ext cx="1053617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Femto PM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b8a26ee5-ff26-4452-952e-3fb2c7ac0d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" y="1143000"/>
            <a:ext cx="1047468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Configuration Task Scheduler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5b016b8a-1197-4107-a35d-31a9a8a40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57" y="1143000"/>
            <a:ext cx="1055683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Parameter Dictionary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17395fa4-bca7-41ff-a268-177b3652e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" y="1143000"/>
            <a:ext cx="1047468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1051560"/>
            <a:ext cx="11365992" cy="544068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C4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_Users_malek.mohammad_AppData_Roaming_Cursor_User_workspaceStorage_ca470328415ae8bd6f846c68e50bb8e9_images_image-c15c2850-4a4e-4af2-b019-60189f85ac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6" y="1143000"/>
            <a:ext cx="1053617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3152"/>
            <a:ext cx="768096" cy="768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Questions &amp; Discussion</a:t>
            </a:r>
          </a:p>
          <a:p>
            <a:pPr>
              <a:defRPr sz="1800">
                <a:solidFill>
                  <a:srgbClr val="5A6978"/>
                </a:solidFill>
              </a:defRPr>
            </a:pPr>
            <a:r>
              <a:t>PrimeNet live demonstration and roadmap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