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two vendors, four radio generations, every dataset in a different format and tool. Engineering effort goes into collecting and reconciling data instead of acting on it, and problems are found reactively.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PrimeNet is our in-house web platform: an automated pipeline pulls performance and configuration data from both vendors into one unified database, and ~40 tools sit on top of it behind a single secure login. Walk the flow left, then the four capability families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value: one pane of glass across vendors and technologies, proactive detection instead of firefighting, real engineering hours saved, and full independence — self-hosted, no vendor license fees, extensible in-house.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Multi-Vendor Network in Fragments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76672" cy="1847088"/>
          </a:xfrm>
          <a:prstGeom prst="roundRect">
            <a:avLst>
              <a:gd name="adj" fmla="val 4455"/>
            </a:avLst>
          </a:prstGeom>
          <a:solidFill>
            <a:srgbClr val="2A357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7568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21175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technology silos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00200" y="2459736"/>
            <a:ext cx="4050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and Huawei each ship their own counters, formats and tools — across 2G, 3G, 4G and 5G. There is no single view of the network.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76672" cy="1847088"/>
          </a:xfrm>
          <a:prstGeom prst="roundRect">
            <a:avLst>
              <a:gd name="adj" fmla="val 4455"/>
            </a:avLst>
          </a:prstGeom>
          <a:solidFill>
            <a:srgbClr val="2A3575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7568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221175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5740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repetitive engineering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15200" y="2459736"/>
            <a:ext cx="4050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stitch raw performance and configuration exports together in Excel; daily health checks, audits and reports are rebuilt by hand.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76672" cy="1847088"/>
          </a:xfrm>
          <a:prstGeom prst="roundRect">
            <a:avLst>
              <a:gd name="adj" fmla="val 4455"/>
            </a:avLst>
          </a:prstGeom>
          <a:solidFill>
            <a:srgbClr val="2A3575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3308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426915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1480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troubleshooting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00200" y="4517136"/>
            <a:ext cx="4050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cells, configuration drift and bad neighbor relations surface only after KPIs degrade — or after subscribers complain.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376672" cy="1847088"/>
          </a:xfrm>
          <a:prstGeom prst="roundRect">
            <a:avLst>
              <a:gd name="adj" fmla="val 4455"/>
            </a:avLst>
          </a:prstGeom>
          <a:solidFill>
            <a:srgbClr val="2A3575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13308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023" y="426915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11480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Costly, closed tooling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15200" y="4517136"/>
            <a:ext cx="4050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network-analytics suites are licensed per seat and per vendor, and cannot be tailored to our own processes.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slow decisions, lost engineering hours, and network issues discovered late.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PrimeNet — One Platform for the Whole Network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F0F4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network</a:t>
            </a:r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Nokia + Huawei, 2G–5G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 flipV="1">
            <a:off x="2894076" y="2692908"/>
            <a:ext cx="201168" cy="173736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944368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F0F4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4436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</a:t>
            </a:r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hourly &amp; daily collection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 flipV="1">
            <a:off x="2894076" y="3854196"/>
            <a:ext cx="201168" cy="173736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105656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F0F4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05656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database</a:t>
            </a:r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cell inventory joined to every KPI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 flipV="1">
            <a:off x="2894076" y="5015484"/>
            <a:ext cx="201168" cy="173736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5266944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266944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analysis tools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one login, one web UI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89320" y="191109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5383" y="2047159"/>
            <a:ext cx="294803" cy="29480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12280" y="17830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detectors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12280" y="214884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cells, neighbor quality, cross-KPI insights — automatic, vendor-agnostic scoring of the whole network.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89320" y="307238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383" y="3208447"/>
            <a:ext cx="294803" cy="29480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294436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812280" y="3310128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config extraction from network elements, parameter audits, change history and remote tilt management.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989320" y="423367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383" y="4369735"/>
            <a:ext cx="294803" cy="29480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12280" y="4105656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reporting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812280" y="4471416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map, coverage heatmaps, drive-test viewer, KPI explorer and an automated morning report.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989320" y="539496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383" y="5531023"/>
            <a:ext cx="294803" cy="29480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12280" y="526694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self-hosted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812280" y="5632704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licensing gate and hardened web security — deployed on our own servers via Docker.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ADDED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PrimeNet Delivers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vendors, one single view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37560" y="164592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2G–5G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337560" y="2359152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radio technology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126480" y="2359152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behind one login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15400" y="164592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915400" y="2359152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collection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639312" cy="2514600"/>
          </a:xfrm>
          <a:prstGeom prst="roundRect">
            <a:avLst>
              <a:gd name="adj" fmla="val 3273"/>
            </a:avLst>
          </a:prstGeom>
          <a:solidFill>
            <a:srgbClr val="2A3575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35584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1" y="3491911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41248" y="40507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41248" y="443484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Degradations are detected and scored automatically every day — fixed before subscribers notice, not after they complain.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61104" y="3063240"/>
            <a:ext cx="3639312" cy="2514600"/>
          </a:xfrm>
          <a:prstGeom prst="roundRect">
            <a:avLst>
              <a:gd name="adj" fmla="val 3273"/>
            </a:avLst>
          </a:prstGeom>
          <a:solidFill>
            <a:srgbClr val="2A3575"/>
          </a:solidFill>
          <a:ln/>
        </p:spPr>
      </p:sp>
      <p:sp>
        <p:nvSpPr>
          <p:cNvPr id="18" name="Shape 15"/>
          <p:cNvSpPr/>
          <p:nvPr/>
        </p:nvSpPr>
        <p:spPr>
          <a:xfrm>
            <a:off x="4553712" y="335584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3491911"/>
            <a:ext cx="294803" cy="29480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53712" y="40507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become minutes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4553712" y="443484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reports, parameter audits and bulk config extraction that used to take an engineer's morning now run themselves.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973568" y="3063240"/>
            <a:ext cx="3639312" cy="2514600"/>
          </a:xfrm>
          <a:prstGeom prst="roundRect">
            <a:avLst>
              <a:gd name="adj" fmla="val 3273"/>
            </a:avLst>
          </a:prstGeom>
          <a:solidFill>
            <a:srgbClr val="2A3575"/>
          </a:solidFill>
          <a:ln/>
        </p:spPr>
      </p:sp>
      <p:sp>
        <p:nvSpPr>
          <p:cNvPr id="23" name="Shape 19"/>
          <p:cNvSpPr/>
          <p:nvPr/>
        </p:nvSpPr>
        <p:spPr>
          <a:xfrm>
            <a:off x="8266176" y="335584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239" y="3491911"/>
            <a:ext cx="294803" cy="29480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66176" y="40507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&amp; control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8266176" y="443484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in-house and running on-prem: our data stays ours, there are no per-seat vendor licenses, and new tools are added as modules — not purchases.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PrimeNet turns raw network data into engineering decisions — faster, cheaper, and on our own terms.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2026-08-09T05:13:08Z</dcterms:created>
  <dcterms:modified xsi:type="dcterms:W3CDTF">2026-08-09T05:13:08Z</dcterms:modified>
</cp:coreProperties>
</file>