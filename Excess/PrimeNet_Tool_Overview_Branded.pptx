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F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</a:defRPr>
            </a:pPr>
            <a:r>
              <a:t>PrimeNet Platform</a:t>
            </a:r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09728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</a:defRPr>
            </a:pPr>
            <a:r>
              <a:t>Network Performance &amp; Configuration Tool</a:t>
            </a:r>
          </a:p>
          <a:p>
            <a:pPr>
              <a:defRPr sz="1800">
                <a:solidFill>
                  <a:srgbClr val="5A6978"/>
                </a:solidFill>
              </a:defRPr>
            </a:pPr>
            <a:r>
              <a:t>Prepared by: Malek Mohammad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F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</a:defRPr>
            </a:pPr>
            <a:r>
              <a:t>What Problem We Solve</a:t>
            </a:r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09728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109728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C3E50"/>
                </a:solidFill>
              </a:defRPr>
            </a:pPr>
            <a:r>
              <a:t>• Fragmented network tools and manual spreadsheet workflows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Slow root-cause analysis across KPI, topology, and config data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Inconsistent reporting across operations and optimization teams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F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</a:defRPr>
            </a:pPr>
            <a:r>
              <a:t>Core Modules</a:t>
            </a:r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09728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109728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C3E50"/>
                </a:solidFill>
              </a:defRPr>
            </a:pPr>
            <a:r>
              <a:t>• Performance Analytics: KPI trends, DOD, PM table exploration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Network Map: site view, sector wedges, search and filters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Neighbor Analysis: HO links, attempts/failures, source-target insights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Reports and exports for operational and management 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F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09728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109728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C3E50"/>
                </a:solidFill>
              </a:defRPr>
            </a:pPr>
            <a:r>
              <a:t>• Automated SFTP pull + normalization into data stores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User selects scope (technology/area/cluster/object)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Query KPIs and visualize trends with contextual map overlays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Export findings for decisions and executive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F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</a:defRPr>
            </a:pPr>
            <a:r>
              <a:t>Live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Replace placeholders with current UI captures</a:t>
            </a:r>
          </a:p>
        </p:txBody>
      </p:sp>
      <p:pic>
        <p:nvPicPr>
          <p:cNvPr id="5" name="Picture 4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09728"/>
            <a:ext cx="868680" cy="868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828800"/>
            <a:ext cx="3566160" cy="3291840"/>
          </a:xfrm>
          <a:prstGeom prst="roundRect">
            <a:avLst/>
          </a:prstGeom>
          <a:solidFill>
            <a:srgbClr val="EEF4FA"/>
          </a:solidFill>
          <a:ln>
            <a:solidFill>
              <a:srgbClr val="7F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C3E50"/>
                </a:solidFill>
              </a:defRPr>
            </a:pPr>
            <a:r>
              <a:t>Dashboard</a:t>
            </a:r>
            <a:br/>
            <a:br/>
            <a:r>
              <a:t>Insert screenshot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828800"/>
            <a:ext cx="3566160" cy="3291840"/>
          </a:xfrm>
          <a:prstGeom prst="roundRect">
            <a:avLst/>
          </a:prstGeom>
          <a:solidFill>
            <a:srgbClr val="EEF4FA"/>
          </a:solidFill>
          <a:ln>
            <a:solidFill>
              <a:srgbClr val="7F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C3E50"/>
                </a:solidFill>
              </a:defRPr>
            </a:pPr>
            <a:r>
              <a:t>Performance Analytics</a:t>
            </a:r>
            <a:br/>
            <a:br/>
            <a:r>
              <a:t>Insert screenshot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828800"/>
            <a:ext cx="3566160" cy="3291840"/>
          </a:xfrm>
          <a:prstGeom prst="roundRect">
            <a:avLst/>
          </a:prstGeom>
          <a:solidFill>
            <a:srgbClr val="EEF4FA"/>
          </a:solidFill>
          <a:ln>
            <a:solidFill>
              <a:srgbClr val="7F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C3E50"/>
                </a:solidFill>
              </a:defRPr>
            </a:pPr>
            <a:r>
              <a:t>Network Map / Neighbor Analysis</a:t>
            </a:r>
            <a:br/>
            <a:br/>
            <a:r>
              <a:t>Insert screenshot 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F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</a:defRPr>
            </a:pPr>
            <a:r>
              <a:t>Business Value</a:t>
            </a:r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09728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109728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C3E50"/>
                </a:solidFill>
              </a:defRPr>
            </a:pPr>
            <a:r>
              <a:t>• Faster troubleshooting and reduced time to isolate issues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More reliable daily monitoring and trend visibility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Less manual effort and better data consistency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Single platform for NOC, optimization, and management teams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F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09728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109728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C3E50"/>
                </a:solidFill>
              </a:defRPr>
            </a:pPr>
            <a:r>
              <a:t>• Data quality guards for neighbor and KPI feed integrity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Scalable map rendering for dense nationwide views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Role-based dashboards and scheduled executive summaries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