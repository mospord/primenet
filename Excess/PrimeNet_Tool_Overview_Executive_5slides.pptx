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PrimeNet Executive Brief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000" b="1">
                <a:solidFill>
                  <a:srgbClr val="2C3E50"/>
                </a:solidFill>
              </a:defRPr>
            </a:pPr>
            <a:r>
              <a:t>5-slide management summary</a:t>
            </a:r>
          </a:p>
          <a:p>
            <a:pPr>
              <a:defRPr sz="1800">
                <a:solidFill>
                  <a:srgbClr val="5A6978"/>
                </a:solidFill>
              </a:defRPr>
            </a:pPr>
            <a:r>
              <a:t>Prepared by: Malek Mohammad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1) Platform in One Minute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• Unified tool for network performance, topology, and configuration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Built to shorten troubleshooting cycles and improve decision speed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2) Key Capabilities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• KPI analytics (trend + day-over-day)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Map-based network context with sectors and neighbors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Operational reports and export-ready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3) Operational Impact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• Faster issue isolation and clearer ownership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Standardized monitoring workflow across teams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Reduced dependence on manual data 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7FA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</a:defRPr>
            </a:pPr>
            <a:r>
              <a:t>4) Next Steps</a:t>
            </a:r>
          </a:p>
        </p:txBody>
      </p:sp>
      <p:pic>
        <p:nvPicPr>
          <p:cNvPr id="4" name="Picture 3" descr="fav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109728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828800"/>
            <a:ext cx="1097280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C3E50"/>
                </a:solidFill>
              </a:defRPr>
            </a:pPr>
            <a:r>
              <a:t>• Adopt role-specific dashboards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Expand automation and data quality validation</a:t>
            </a:r>
          </a:p>
          <a:p>
            <a:pPr>
              <a:defRPr sz="2200">
                <a:solidFill>
                  <a:srgbClr val="2C3E50"/>
                </a:solidFill>
              </a:defRPr>
            </a:pPr>
            <a:r>
              <a:t>• Institutionalize monthly KPI business reviews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