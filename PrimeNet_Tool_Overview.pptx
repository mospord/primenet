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PrimeNet Platform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Network Performance &amp; Configuration Tool</a:t>
            </a:r>
          </a:p>
          <a:p>
            <a:r>
              <a:t>Prepared by: Malek Mohammad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Tool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Unifies network performance, topology, and configuration workflows</a:t>
            </a:r>
          </a:p>
          <a:p>
            <a:pPr>
              <a:defRPr sz="2200"/>
            </a:pPr>
            <a:r>
              <a:t>Reduces manual Excel handling and fragmented analysis steps</a:t>
            </a:r>
          </a:p>
          <a:p>
            <a:pPr>
              <a:defRPr sz="2200"/>
            </a:pPr>
            <a:r>
              <a:t>Accelerates troubleshooting with map + KPI context in one place</a:t>
            </a:r>
          </a:p>
          <a:p>
            <a:pPr>
              <a:defRPr sz="2200"/>
            </a:pPr>
            <a:r>
              <a:t>Supports daily operations, optimization, and management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Performance Analytics: KPI trends, DOD view, PM database exploration</a:t>
            </a:r>
          </a:p>
          <a:p>
            <a:pPr>
              <a:defRPr sz="2200"/>
            </a:pPr>
            <a:r>
              <a:t>Network Map: site view, sectors, technology filtering, search and zoom</a:t>
            </a:r>
          </a:p>
          <a:p>
            <a:pPr>
              <a:defRPr sz="2200"/>
            </a:pPr>
            <a:r>
              <a:t>Neighbor Analysis: handover links, source/target diagnostics, failure views</a:t>
            </a:r>
          </a:p>
          <a:p>
            <a:pPr>
              <a:defRPr sz="2200"/>
            </a:pPr>
            <a:r>
              <a:t>Reports: reusable report definitions and export-ready outputs</a:t>
            </a:r>
          </a:p>
          <a:p>
            <a:pPr>
              <a:defRPr sz="2200"/>
            </a:pPr>
            <a:r>
              <a:t>Configuration Utilities: parameter dictionary, XML tools, task scheduler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44362"/>
                </a:solidFill>
              </a:defRPr>
            </a:pPr>
            <a:r>
              <a:t>Data Ingestion</a:t>
            </a:r>
          </a:p>
          <a:p>
            <a:pPr>
              <a:defRPr sz="2000"/>
            </a:pPr>
            <a:r>
              <a:t>• SFTP pulls for Nokia, Huawei, metadata and neighbor datasets</a:t>
            </a:r>
          </a:p>
          <a:p>
            <a:pPr>
              <a:defRPr sz="2000"/>
            </a:pPr>
            <a:r>
              <a:t>• Automated loaders normalize files into SQLite/PostgreSQL stores</a:t>
            </a:r>
          </a:p>
          <a:p>
            <a:pPr>
              <a:defRPr sz="2000"/>
            </a:pPr>
            <a:r>
              <a:t>• Retention policies keep data relevant and storage controlled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669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44362"/>
                </a:solidFill>
              </a:defRPr>
            </a:pPr>
            <a:r>
              <a:t>User Analysis Flow</a:t>
            </a:r>
          </a:p>
          <a:p>
            <a:pPr>
              <a:defRPr sz="2000"/>
            </a:pPr>
            <a:r>
              <a:t>• Select scope (technology, area, cluster, object)</a:t>
            </a:r>
          </a:p>
          <a:p>
            <a:pPr>
              <a:defRPr sz="2000"/>
            </a:pPr>
            <a:r>
              <a:t>• Query PM data and visualize KPI charts</a:t>
            </a:r>
          </a:p>
          <a:p>
            <a:pPr>
              <a:defRPr sz="2000"/>
            </a:pPr>
            <a:r>
              <a:t>• Use map and neighbor lines to isolate issues quickly</a:t>
            </a:r>
          </a:p>
          <a:p>
            <a:pPr>
              <a:defRPr sz="2000"/>
            </a:pPr>
            <a:r>
              <a:t>• Export evidence for reports and stakeholder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Faster root-cause analysis across radio technologies</a:t>
            </a:r>
          </a:p>
          <a:p>
            <a:pPr>
              <a:defRPr sz="2200"/>
            </a:pPr>
            <a:r>
              <a:t>Improved visibility into trends, anomalies, and network quality</a:t>
            </a:r>
          </a:p>
          <a:p>
            <a:pPr>
              <a:defRPr sz="2200"/>
            </a:pPr>
            <a:r>
              <a:t>Higher consistency in reporting and operational decisions</a:t>
            </a:r>
          </a:p>
          <a:p>
            <a:pPr>
              <a:defRPr sz="2200"/>
            </a:pPr>
            <a:r>
              <a:t>Lower manual effort for NOC and optimization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11556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244362"/>
                </a:solidFill>
              </a:defRPr>
            </a:pPr>
            <a:r>
              <a:t>Planned Enhancements</a:t>
            </a:r>
          </a:p>
          <a:p>
            <a:pPr>
              <a:defRPr sz="2000"/>
            </a:pPr>
            <a:r>
              <a:t>• Automated quality checks for neighbor exports before loading</a:t>
            </a:r>
          </a:p>
          <a:p>
            <a:pPr>
              <a:defRPr sz="2000"/>
            </a:pPr>
            <a:r>
              <a:t>• Faster map rendering with marker clustering for dense views</a:t>
            </a:r>
          </a:p>
          <a:p>
            <a:pPr>
              <a:defRPr sz="2000"/>
            </a:pPr>
            <a:r>
              <a:t>• More executive reporting templates and scheduled exports</a:t>
            </a:r>
          </a:p>
          <a:p>
            <a:pPr>
              <a:defRPr sz="2000"/>
            </a:pPr>
            <a:r>
              <a:t>• Role-based dashboards and team-specific KPI views</a:t>
            </a:r>
          </a:p>
          <a:p>
            <a:pPr>
              <a:defRPr sz="2000"/>
            </a:pPr>
            <a:r>
              <a:t>• Operational alerts for KPI threshold breaches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 &amp; discussion</a:t>
            </a:r>
          </a:p>
          <a:p>
            <a:pPr>
              <a:defRPr sz="2200"/>
            </a:pPr>
            <a:r>
              <a:t>Next: tailor this deck with your KPIs and live screenshots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